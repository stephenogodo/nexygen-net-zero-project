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% Reduction vs. 2020 Baseline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reduction %</c:v>
                </c:pt>
              </c:strCache>
            </c:strRef>
          </c:tx>
          <c:spPr>
            <a:solidFill>
              <a:srgbClr val="0D3B36"/>
            </a:solidFill>
            <a:ln w="31750" cap="flat">
              <a:solidFill>
                <a:srgbClr val="0D3B3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3B36"/>
              </a:solidFill>
              <a:ln w="9525" cap="flat">
                <a:solidFill>
                  <a:srgbClr val="0D3B3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4.39</c:v>
                </c:pt>
                <c:pt idx="2">
                  <c:v>10.02</c:v>
                </c:pt>
                <c:pt idx="3">
                  <c:v>13.85</c:v>
                </c:pt>
                <c:pt idx="4">
                  <c:v>17.68</c:v>
                </c:pt>
                <c:pt idx="5">
                  <c:v>22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reduction %</c:v>
                </c:pt>
              </c:strCache>
            </c:strRef>
          </c:tx>
          <c:spPr>
            <a:solidFill>
              <a:srgbClr val="C0392B"/>
            </a:solidFill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5.5</c:v>
                </c:pt>
                <c:pt idx="2">
                  <c:v>10.7</c:v>
                </c:pt>
                <c:pt idx="3">
                  <c:v>15.61</c:v>
                </c:pt>
                <c:pt idx="4">
                  <c:v>20.25</c:v>
                </c:pt>
                <c:pt idx="5">
                  <c:v>24.64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9E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% reduction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6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SARIMA</c:v>
                </c:pt>
              </c:strCache>
            </c:strRef>
          </c:tx>
          <c:spPr>
            <a:solidFill>
              <a:srgbClr val="4C8C7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Scope 1</c:v>
                  </c:pt>
                  <c:pt idx="1">
                    <c:v>Scope 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0.964</c:v>
                </c:pt>
                <c:pt idx="1">
                  <c:v>0.792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Prophet</c:v>
                </c:pt>
              </c:strCache>
            </c:strRef>
          </c:tx>
          <c:spPr>
            <a:solidFill>
              <a:srgbClr val="0D3B3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Scope 1</c:v>
                  </c:pt>
                  <c:pt idx="1">
                    <c:v>Scope 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0.982</c:v>
                </c:pt>
                <c:pt idx="1">
                  <c:v>0.908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"/>
        </c:scaling>
        <c:delete val="0"/>
        <c:axPos val="l"/>
        <c:majorGridlines>
          <c:spPr>
            <a:ln w="12700" cap="flat">
              <a:solidFill>
                <a:srgbClr val="E5E9E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R² (higher = better)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6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20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NEXYGEN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F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Net-Zero Emissions Forecasting Platform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709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1 &amp; 2 forecasting • automated model selection • net-zero target-gap tracking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Nexygen Energy Ltd.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forecasting platform, and one finding leadership should act 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6F9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0116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target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1089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2020, gap has widened from 1.1 to 2.6 points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73736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6F9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66160" y="20116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beats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31089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both Scope 1 and Scope 2 — selected automatically by R²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6F9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20116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REST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31089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forecast, scenario, historical, target-gap, model-info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52560" y="173736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6F9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35440" y="20116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automated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31089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CI that builds and boots the real Docker images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NEXYGEN Net-Zero Emissions Forecasting Platform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Context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60350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Nexygen Energy Ltd.</a:t>
            </a:r>
            <a:endParaRPr lang="en-US" sz="14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50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UK electricity &amp; gas provider, founded 2009, serving 1.5M+ customers across England, Scotland, and Wales.</a:t>
            </a:r>
            <a:endParaRPr lang="en-US" sz="14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50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committed to net-zero operational emissions by 2040.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its renewable portfolio and regulator/investor scrutiny grew, historical emissions tracking was no longer enough — it needed forward-looking forecasts of Scope 1 (direct: fuel, vehicles) and Scope 2 (indirect: purchased electricity) emissions.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040880" y="1280160"/>
            <a:ext cx="4480560" cy="1005840"/>
          </a:xfrm>
          <a:prstGeom prst="roundRect">
            <a:avLst>
              <a:gd name="adj" fmla="val 7273"/>
            </a:avLst>
          </a:prstGeom>
          <a:solidFill>
            <a:srgbClr val="E4F3E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0" y="138988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869680" y="12801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040880" y="2514600"/>
            <a:ext cx="4480560" cy="1005840"/>
          </a:xfrm>
          <a:prstGeom prst="roundRect">
            <a:avLst>
              <a:gd name="adj" fmla="val 7273"/>
            </a:avLst>
          </a:prstGeom>
          <a:solidFill>
            <a:srgbClr val="E4F3E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0" y="262432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1.5M+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8869680" y="25146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040880" y="3749040"/>
            <a:ext cx="4480560" cy="1005840"/>
          </a:xfrm>
          <a:prstGeom prst="roundRect">
            <a:avLst>
              <a:gd name="adj" fmla="val 7273"/>
            </a:avLst>
          </a:prstGeom>
          <a:solidFill>
            <a:srgbClr val="E4F3E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0" y="385876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8869680" y="37490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regions served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040880" y="4983480"/>
            <a:ext cx="4480560" cy="1005840"/>
          </a:xfrm>
          <a:prstGeom prst="roundRect">
            <a:avLst>
              <a:gd name="adj" fmla="val 7273"/>
            </a:avLst>
          </a:prstGeom>
          <a:solidFill>
            <a:srgbClr val="E4F3E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0" y="509320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2040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869680" y="49834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Net-zero target year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NEXYGEN Net-Zero Emissions Forecasting Platform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Finding: Behind the Net-Zero Path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vs. published % reduction from the 2020 baseline, by year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949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73736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BEA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001000" y="18745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2.64 pts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697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target in 2025 — up from 1.1 points in 2021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0" y="3794760"/>
            <a:ext cx="3840480" cy="2286000"/>
          </a:xfrm>
          <a:prstGeom prst="roundRect">
            <a:avLst>
              <a:gd name="adj" fmla="val 3200"/>
            </a:avLst>
          </a:prstGeom>
          <a:solidFill>
            <a:srgbClr val="F6F9F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001000" y="397764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current reduction initiative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insufficient to hit the published path on current trend — not a data artifact: gap widens monotonically, year over year.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NEXYGEN Net-Zero Emissions Forecasting Platform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Overview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ESG_Data.csv — daily granularity, validated by data_prep_pipeline.py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E4F3E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236,736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E4F3E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17720" y="21488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2020–2025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971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8288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E4F3E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0" y="21488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2971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tracked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E4F3E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2519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074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types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43400" y="393192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E4F3E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617720" y="42519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5074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regions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38160" y="393192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E4F3E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412480" y="42519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5074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types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NEXYGEN Net-Zero Emissions Forecasting Platform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EDA: Emissions Trend</a:t>
            </a:r>
            <a:endParaRPr lang="en-US" sz="3000" dirty="0"/>
          </a:p>
        </p:txBody>
      </p:sp>
      <p:pic>
        <p:nvPicPr>
          <p:cNvPr id="3" name="Image 0" descr="tre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5120640" cy="5120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943600" y="12801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Six-year trend, both scopes declining — unevenly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943600" y="1920240"/>
            <a:ext cx="5669280" cy="1097280"/>
          </a:xfrm>
          <a:prstGeom prst="roundRect">
            <a:avLst>
              <a:gd name="adj" fmla="val 6667"/>
            </a:avLst>
          </a:prstGeom>
          <a:solidFill>
            <a:srgbClr val="F6F9F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217920" y="21031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20574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−6.3%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9875520" y="2103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→ 2025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0" y="3291840"/>
            <a:ext cx="5669280" cy="1097280"/>
          </a:xfrm>
          <a:prstGeom prst="roundRect">
            <a:avLst>
              <a:gd name="adj" fmla="val 6667"/>
            </a:avLst>
          </a:prstGeom>
          <a:solidFill>
            <a:srgbClr val="F6F9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217920" y="3474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046720" y="34290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−37.6%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9875520" y="3474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→ 2025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0" y="484632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2's steeper decline is the headline — but it's still not steep enough to hit target (see previous slide).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NEXYGEN Net-Zero Emissions Forecasting Platform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EDA: Seasonality &amp; Anomalies</a:t>
            </a:r>
            <a:endParaRPr lang="en-US" sz="3000" dirty="0"/>
          </a:p>
        </p:txBody>
      </p:sp>
      <p:pic>
        <p:nvPicPr>
          <p:cNvPr id="3" name="Image 0" descr="seasona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486400" cy="2743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9776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1: strong seasonality (18.1% peak-to-trough swing, June peak). Scope 2: negligible (1.4%) — not meaningfully seasonal.</a:t>
            </a:r>
            <a:endParaRPr lang="en-US" sz="1150" dirty="0"/>
          </a:p>
        </p:txBody>
      </p:sp>
      <p:pic>
        <p:nvPicPr>
          <p:cNvPr id="5" name="Image 1" descr="anomali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188720"/>
            <a:ext cx="5394960" cy="35935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309360" y="493776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 anomalous days flagged, using a 30-day rolling-median local baseline — not raw z-score, which would mistake trend drift for anomalies.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NEXYGEN Net-Zero Emissions Forecasting Platform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EDA: What Drives Emissions?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feature importance across Asset Type, Location, Emission Type, Energy Type</a:t>
            </a:r>
            <a:endParaRPr lang="en-US" sz="1300" dirty="0"/>
          </a:p>
        </p:txBody>
      </p:sp>
      <p:pic>
        <p:nvPicPr>
          <p:cNvPr id="4" name="Image 0" descr="driver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58368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46304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E4F3E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26680" y="16002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2423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driver importance is Asset Type alone — which asset, not which region or energy source, matters most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356616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Highest-emitting asset type: </a:t>
            </a:r>
            <a:pPr indent="0" marL="0">
              <a:buNone/>
            </a:pPr>
            <a:r>
              <a:rPr lang="en-US" sz="1200" b="1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ControlRoom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Operational_Status excluded — zero variance in this dataset (always “Active”), so it can't explain anything.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NEXYGEN Net-Zero Emissions Forecasting Platform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Approach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candidates, one apples-to-apples bake-off, per scope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" cy="548640"/>
          </a:xfrm>
          <a:prstGeom prst="ellipse">
            <a:avLst/>
          </a:prstGeom>
          <a:solidFill>
            <a:srgbClr val="0D3B3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231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split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2608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months train / 14 months test, identical for both candidates and both scopes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08960" y="1874520"/>
            <a:ext cx="228600" cy="274320"/>
          </a:xfrm>
          <a:prstGeom prst="rightArrow">
            <a:avLst/>
          </a:prstGeom>
          <a:solidFill>
            <a:srgbClr val="4C8C7C"/>
          </a:solidFill>
          <a:ln/>
        </p:spPr>
      </p:sp>
      <p:sp>
        <p:nvSpPr>
          <p:cNvPr id="9" name="Shape 7"/>
          <p:cNvSpPr/>
          <p:nvPr/>
        </p:nvSpPr>
        <p:spPr>
          <a:xfrm>
            <a:off x="3337560" y="1737360"/>
            <a:ext cx="548640" cy="548640"/>
          </a:xfrm>
          <a:prstGeom prst="ellipse">
            <a:avLst/>
          </a:prstGeom>
          <a:solidFill>
            <a:srgbClr val="0D3B3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375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24231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candidates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292608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SARIMA/SARIMAX (auto_arima order search) vs. Prophet (grid search over changepoint scale + seasonality mode)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97880" y="1874520"/>
            <a:ext cx="228600" cy="274320"/>
          </a:xfrm>
          <a:prstGeom prst="rightArrow">
            <a:avLst/>
          </a:prstGeom>
          <a:solidFill>
            <a:srgbClr val="4C8C7C"/>
          </a:solidFill>
          <a:ln/>
        </p:spPr>
      </p:sp>
      <p:sp>
        <p:nvSpPr>
          <p:cNvPr id="14" name="Shape 12"/>
          <p:cNvSpPr/>
          <p:nvPr/>
        </p:nvSpPr>
        <p:spPr>
          <a:xfrm>
            <a:off x="6126480" y="1737360"/>
            <a:ext cx="548640" cy="548640"/>
          </a:xfrm>
          <a:prstGeom prst="ellipse">
            <a:avLst/>
          </a:prstGeom>
          <a:solidFill>
            <a:srgbClr val="0D3B3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264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24231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test set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292608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scored by R² / MSE / MAE on the same held-out 14 months — no peeking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86800" y="1874520"/>
            <a:ext cx="228600" cy="274320"/>
          </a:xfrm>
          <a:prstGeom prst="rightArrow">
            <a:avLst/>
          </a:prstGeom>
          <a:solidFill>
            <a:srgbClr val="4C8C7C"/>
          </a:solidFill>
          <a:ln/>
        </p:spPr>
      </p:sp>
      <p:sp>
        <p:nvSpPr>
          <p:cNvPr id="19" name="Shape 17"/>
          <p:cNvSpPr/>
          <p:nvPr/>
        </p:nvSpPr>
        <p:spPr>
          <a:xfrm>
            <a:off x="8915400" y="1737360"/>
            <a:ext cx="548640" cy="548640"/>
          </a:xfrm>
          <a:prstGeom prst="ellipse">
            <a:avLst/>
          </a:prstGeom>
          <a:solidFill>
            <a:srgbClr val="0D3B3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91540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915400" y="24231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ships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915400" y="292608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Higher-R² candidate is refit and shipped; both scores kept in model_manifest.json for audit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51206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6F9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5257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is genuinely data-driven, not hardcoded to prefer either model — a future retrain on new data could flip the winner, and the API would serve it automatically.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NEXYGEN Net-Zero Emissions Forecasting Platform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Results: Prophet Wins Both Scopes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on the held-out 14-month test set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7665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554480"/>
            <a:ext cx="3977640" cy="2103120"/>
          </a:xfrm>
          <a:prstGeom prst="roundRect">
            <a:avLst>
              <a:gd name="adj" fmla="val 3478"/>
            </a:avLst>
          </a:prstGeom>
          <a:solidFill>
            <a:srgbClr val="E4F3E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863840" y="1691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2 jump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0574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0.792 → 0.908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27432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nearly halves: 16.5 → 9.2 tCO2e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635240" y="3931920"/>
            <a:ext cx="3977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Scope 2 improved so much: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SARIMA order originally shipped for Scope 2 was mistakenly tuned on daily data, then applied to monthly — severely overparameterized and never converged (R² = −1.96 before that fix). Even after fixing the SARIMA order, Prophet's seasonal decomposition still fits this series better.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NEXYGEN Net-Zero Emissions Forecasting Platform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pipelines → model registry → API → dashboard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480560" y="1508760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F6F9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663440" y="158191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data/ESG_Data.csv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965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236,736 rows, 2020–2025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89320" y="2359152"/>
            <a:ext cx="274320" cy="320040"/>
          </a:xfrm>
          <a:prstGeom prst="downArrow">
            <a:avLst/>
          </a:prstGeom>
          <a:solidFill>
            <a:srgbClr val="4C8C7C"/>
          </a:solidFill>
          <a:ln/>
        </p:spPr>
      </p:sp>
      <p:sp>
        <p:nvSpPr>
          <p:cNvPr id="8" name="Shape 6"/>
          <p:cNvSpPr/>
          <p:nvPr/>
        </p:nvSpPr>
        <p:spPr>
          <a:xfrm>
            <a:off x="4480560" y="2697480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E4F3E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63440" y="277063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pipeline/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3154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data_prep → eda_report → train (SARIMA vs Prophet)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89320" y="3547872"/>
            <a:ext cx="274320" cy="320040"/>
          </a:xfrm>
          <a:prstGeom prst="downArrow">
            <a:avLst/>
          </a:prstGeom>
          <a:solidFill>
            <a:srgbClr val="4C8C7C"/>
          </a:solidFill>
          <a:ln/>
        </p:spPr>
      </p:sp>
      <p:sp>
        <p:nvSpPr>
          <p:cNvPr id="12" name="Shape 10"/>
          <p:cNvSpPr/>
          <p:nvPr/>
        </p:nvSpPr>
        <p:spPr>
          <a:xfrm>
            <a:off x="4480560" y="3886200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4C8C7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63440" y="395935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models/model_manifest.json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343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+ both candidates' metrics, per scope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89320" y="4736592"/>
            <a:ext cx="274320" cy="320040"/>
          </a:xfrm>
          <a:prstGeom prst="downArrow">
            <a:avLst/>
          </a:prstGeom>
          <a:solidFill>
            <a:srgbClr val="4C8C7C"/>
          </a:solidFill>
          <a:ln/>
        </p:spPr>
      </p:sp>
      <p:sp>
        <p:nvSpPr>
          <p:cNvPr id="16" name="Shape 14"/>
          <p:cNvSpPr/>
          <p:nvPr/>
        </p:nvSpPr>
        <p:spPr>
          <a:xfrm>
            <a:off x="4480560" y="5074920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0D3B3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663440" y="514807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 (:8000)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5532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/forecast /scenario /historical /target-gap /model-info /health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0D3B3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51480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 (:8501)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5532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· Scenario · Historical · Target-Gap tabs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069080" y="5349240"/>
            <a:ext cx="320040" cy="274320"/>
          </a:xfrm>
          <a:prstGeom prst="leftArrow">
            <a:avLst/>
          </a:prstGeom>
          <a:solidFill>
            <a:srgbClr val="4C8C7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run.py — single entry point: --env {local, docker} × --app {fastapi, streamlit, both}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NEXYGEN Net-Zero Emissions Forecasting Platform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Reference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Appendix — auto-generated Swagger docs at /docs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548640"/>
          </a:xfrm>
          <a:prstGeom prst="roundRect">
            <a:avLst>
              <a:gd name="adj" fmla="val 8333"/>
            </a:avLst>
          </a:prstGeom>
          <a:solidFill>
            <a:srgbClr val="F6F9F7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09928"/>
            <a:ext cx="777240" cy="329184"/>
          </a:xfrm>
          <a:prstGeom prst="roundRect">
            <a:avLst>
              <a:gd name="adj" fmla="val 16667"/>
            </a:avLst>
          </a:prstGeom>
          <a:solidFill>
            <a:srgbClr val="4C8C7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0992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68249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1682496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Readiness: model/data load status, active model + R² per scope, auth state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258568"/>
            <a:ext cx="11064240" cy="548640"/>
          </a:xfrm>
          <a:prstGeom prst="roundRect">
            <a:avLst>
              <a:gd name="adj" fmla="val 8333"/>
            </a:avLst>
          </a:prstGeom>
          <a:solidFill>
            <a:srgbClr val="F6F9F7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368296"/>
            <a:ext cx="777240" cy="329184"/>
          </a:xfrm>
          <a:prstGeom prst="roundRect">
            <a:avLst>
              <a:gd name="adj" fmla="val 16667"/>
            </a:avLst>
          </a:prstGeom>
          <a:solidFill>
            <a:srgbClr val="0D3B3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36829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23408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/forecast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2340864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 scope N months ahead using whichever model won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1292840" y="2340864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916936"/>
            <a:ext cx="11064240" cy="548640"/>
          </a:xfrm>
          <a:prstGeom prst="roundRect">
            <a:avLst>
              <a:gd name="adj" fmla="val 8333"/>
            </a:avLst>
          </a:prstGeom>
          <a:solidFill>
            <a:srgbClr val="F6F9F7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026664"/>
            <a:ext cx="777240" cy="329184"/>
          </a:xfrm>
          <a:prstGeom prst="roundRect">
            <a:avLst>
              <a:gd name="adj" fmla="val 16667"/>
            </a:avLst>
          </a:prstGeom>
          <a:solidFill>
            <a:srgbClr val="0D3B3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02666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29992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/scenario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114800" y="299923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with an adjustable annual reduction-rate assumption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1292840" y="2999232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575304"/>
            <a:ext cx="11064240" cy="548640"/>
          </a:xfrm>
          <a:prstGeom prst="roundRect">
            <a:avLst>
              <a:gd name="adj" fmla="val 8333"/>
            </a:avLst>
          </a:prstGeom>
          <a:solidFill>
            <a:srgbClr val="F6F9F7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3685032"/>
            <a:ext cx="777240" cy="329184"/>
          </a:xfrm>
          <a:prstGeom prst="roundRect">
            <a:avLst>
              <a:gd name="adj" fmla="val 16667"/>
            </a:avLst>
          </a:prstGeom>
          <a:solidFill>
            <a:srgbClr val="4C8C7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" y="368503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36576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/historical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114800" y="365760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emissions, filterable by scope/granularity/date/asset/location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11292840" y="36576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233672"/>
            <a:ext cx="11064240" cy="548640"/>
          </a:xfrm>
          <a:prstGeom prst="roundRect">
            <a:avLst>
              <a:gd name="adj" fmla="val 8333"/>
            </a:avLst>
          </a:prstGeom>
          <a:solidFill>
            <a:srgbClr val="F6F9F7"/>
          </a:solidFill>
          <a:ln/>
        </p:spPr>
      </p:sp>
      <p:sp>
        <p:nvSpPr>
          <p:cNvPr id="28" name="Shape 26"/>
          <p:cNvSpPr/>
          <p:nvPr/>
        </p:nvSpPr>
        <p:spPr>
          <a:xfrm>
            <a:off x="731520" y="4343400"/>
            <a:ext cx="777240" cy="329184"/>
          </a:xfrm>
          <a:prstGeom prst="roundRect">
            <a:avLst>
              <a:gd name="adj" fmla="val 16667"/>
            </a:avLst>
          </a:prstGeom>
          <a:solidFill>
            <a:srgbClr val="4C8C7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31520" y="43434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691640" y="43159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/target-gap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114800" y="431596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vs. target % reduction vs. baseline, per year, with on-track verdict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11292840" y="431596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4892040"/>
            <a:ext cx="11064240" cy="548640"/>
          </a:xfrm>
          <a:prstGeom prst="roundRect">
            <a:avLst>
              <a:gd name="adj" fmla="val 8333"/>
            </a:avLst>
          </a:prstGeom>
          <a:solidFill>
            <a:srgbClr val="F6F9F7"/>
          </a:solidFill>
          <a:ln/>
        </p:spPr>
      </p:sp>
      <p:sp>
        <p:nvSpPr>
          <p:cNvPr id="34" name="Shape 32"/>
          <p:cNvSpPr/>
          <p:nvPr/>
        </p:nvSpPr>
        <p:spPr>
          <a:xfrm>
            <a:off x="731520" y="5001768"/>
            <a:ext cx="777240" cy="329184"/>
          </a:xfrm>
          <a:prstGeom prst="roundRect">
            <a:avLst>
              <a:gd name="adj" fmla="val 16667"/>
            </a:avLst>
          </a:prstGeom>
          <a:solidFill>
            <a:srgbClr val="4C8C7C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31520" y="500176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691640" y="497433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/model-info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114800" y="4974336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training manifest: winning model + both candidates' metrics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11292840" y="4974336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6875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= requires X-API-Key header when API_KEY is configured (opt-in auth; unset = open for local dev/CI)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NEXYGEN Net-Zero Emissions Forecasting Platform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&amp; CI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Containerized, env-configured, tested on every push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6F9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Compose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backend/frontend images; health-gated startup (frontend waits for backend's /health)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6F9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.env-driven config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4747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Ports, model dir, log level, API_KEY — no hardcoded values; .env.example documents every setting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38912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6F9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4526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8920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HEALTHCHECK + Compose depends_on: service_healthy, not just a bare liveness ping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554480"/>
            <a:ext cx="5303520" cy="4251960"/>
          </a:xfrm>
          <a:prstGeom prst="roundRect">
            <a:avLst>
              <a:gd name="adj" fmla="val 1720"/>
            </a:avLst>
          </a:prstGeom>
          <a:solidFill>
            <a:srgbClr val="0D3B3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0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— 3 jobs on every push/PR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83680" y="2331720"/>
            <a:ext cx="109728" cy="109728"/>
          </a:xfrm>
          <a:prstGeom prst="ellipse">
            <a:avLst/>
          </a:prstGeom>
          <a:solidFill>
            <a:srgbClr val="C9F26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0" y="219456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backend-tests — 27 pytest cases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3108960"/>
            <a:ext cx="109728" cy="109728"/>
          </a:xfrm>
          <a:prstGeom prst="ellipse">
            <a:avLst/>
          </a:prstGeom>
          <a:solidFill>
            <a:srgbClr val="C9F26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0" y="297180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pipeline-smoke-test — re-runs data prep, EDA, and training end to end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0" y="3886200"/>
            <a:ext cx="109728" cy="109728"/>
          </a:xfrm>
          <a:prstGeom prst="ellipse">
            <a:avLst/>
          </a:prstGeom>
          <a:solidFill>
            <a:srgbClr val="C9F26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0" y="374904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docker-build — builds both images, boots the backend, polls /health until green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48006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CAD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docker-build job would have caught a real bug shipped earlier in this project: a docker-compose.yml dockerfile: Dockerfile vs. actual lowercase dockerfile filename mismatch that silently broke docker compose up --build.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NEXYGEN Net-Zero Emissions Forecasting Platform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&amp; Known Limitations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honestly documented, not hidden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F6F9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733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ESG_Data.csv read directly at startup — fine at this volume; revisit if write-access or larger data is needed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F6F9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92240" y="16733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shared API key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05740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per-user roles; adequate for a small internal deployment, not multi-tenant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F6F9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22783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auto-deploy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61188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validates but doesn't deploy; cloud deployment (AWS/Azure/GCP) is a natural next step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63640" y="306324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F6F9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322783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not implemented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61188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natively apply to SARIMA or Prophet — would need a feature-based model to add meaningfully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F6F9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78231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search, not AutoML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16636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Adequate for two ~72-month series; would need rethinking for a much larger model set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461772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F6F9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92240" y="478231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analysis is descriptive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516636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importances rank drivers; not a causal claim about why they matter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NEXYGEN Net-Zero Emissions Forecasting Platform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91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F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NEXYGEN Net-Zero Emissions Forecasting Platform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github.com/stephenogodo/Nexygen-Net-Zero-Project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2026-09-01T14:30:32Z</dcterms:created>
  <dcterms:modified xsi:type="dcterms:W3CDTF">2026-09-01T14:30:32Z</dcterms:modified>
</cp:coreProperties>
</file>